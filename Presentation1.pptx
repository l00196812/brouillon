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  <a:srgbClr val="ED7D31"/>
    <a:srgbClr val="A6A6A6"/>
    <a:srgbClr val="996633"/>
    <a:srgbClr val="FF99CC"/>
    <a:srgbClr val="FF0000"/>
    <a:srgbClr val="70AD47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73" d="100"/>
          <a:sy n="73" d="100"/>
        </p:scale>
        <p:origin x="51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8CD3C-4C51-F447-9BAD-AFC81F3FD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7098AE-3B4B-AC90-D24D-6AADB20098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AB9E7-ED78-20EC-8A51-6AAF8207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34B03-244C-49C4-8B35-3EE539EA4780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26327-9589-DFE5-FFAA-ACBF047BF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7B223-9E22-008B-E5A0-F39042911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B3032-3969-49FE-8691-C5EDA7ED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26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0605C-426D-3A75-C450-3A83820DB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E24F5-2FAA-215A-9090-1D14CBA4B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32B34-6675-197E-5E2C-DB306BBC4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34B03-244C-49C4-8B35-3EE539EA4780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B4F07-4B39-1B58-EB0E-E86EE304C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83B4B-D093-C244-179B-03601F654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B3032-3969-49FE-8691-C5EDA7ED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001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E3C2C-AAFD-697D-49FE-2FD8163BA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4EB3C-7E2B-8ABE-0AFB-B2666E701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3AAD5-7F26-EB2A-5AF8-DD8A4A75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34B03-244C-49C4-8B35-3EE539EA4780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B9290-F125-2892-BAF7-80006381A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FCA11-D1FC-C7DA-0F7F-4441C24A5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B3032-3969-49FE-8691-C5EDA7ED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938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747B3-0A1A-FC06-E5DD-BA2F43EC7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CADC0-0497-B571-BF3A-576EE0BC40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65E66B-A962-9245-7407-CBFEE2E7C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73DD9-38DF-B9A8-1A1B-C2093CC32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34B03-244C-49C4-8B35-3EE539EA4780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B7A09-AA55-2EFC-615E-177D94EB6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478842-50B0-F961-3CEE-CB122DB4E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B3032-3969-49FE-8691-C5EDA7ED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5393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7CC72-4156-19E6-1B47-C02FEDDC9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A4FE5-238A-67D9-DB9D-E9E867B3C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3CCB7-98E9-7C18-46CA-0AE85A2EC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EF5B2C-663A-D389-3C16-B8CF519955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59EFBF-5F5B-AED5-30D7-54F0B2E22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6913CF-5B54-46FA-7A6F-4D8426C21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34B03-244C-49C4-8B35-3EE539EA4780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5078E3-DC9B-8EA6-1EFD-B8A8DB29D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30DCA1-2C82-B8C8-81DA-24DE79145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B3032-3969-49FE-8691-C5EDA7ED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687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7315A-F2EE-012E-80CD-332E4767E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85E6F-809B-0013-CBC7-28C38E6C7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34B03-244C-49C4-8B35-3EE539EA4780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23D510-415D-C0B3-C22A-4BFBC16C1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D69FF-6B09-C768-87DA-86E38A1C8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B3032-3969-49FE-8691-C5EDA7ED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7601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A41031-E67D-DDF7-AC98-3F4CB76C8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34B03-244C-49C4-8B35-3EE539EA4780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793378-2F4A-614C-A35B-2D7BE865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B05FA-58A8-381F-AA66-B1B96557E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B3032-3969-49FE-8691-C5EDA7ED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9979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F1DE-C08B-2D9B-DDB4-9C4F31375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63D00-55CA-CEC4-9ED8-F5824D05B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9CD33-5C72-BA39-6214-4539067FD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CCBE0-5221-2912-B80F-30298A4B8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34B03-244C-49C4-8B35-3EE539EA4780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C0106-6BAD-F14B-0431-B7A915F0F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A892E-400C-49DB-B623-09D96057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B3032-3969-49FE-8691-C5EDA7ED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455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D1779-44B2-C6FF-55AE-0689AB504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DA7FC-948E-ABFF-4E42-40506CE241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EB605-8DA1-FC96-6F96-4ECCE312A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6B983-E189-EC0E-F4AC-C09BAE837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34B03-244C-49C4-8B35-3EE539EA4780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058EFE-7781-7C16-4CFA-8BC528F6A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36830-D460-26B0-1C38-1D7EF8388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B3032-3969-49FE-8691-C5EDA7ED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45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EA399-0ADA-2565-8906-C3D96FAD7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17E22D-48B8-96F8-3744-5B0F77433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F0655-7930-FB6E-67F7-A5AE9A50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34B03-244C-49C4-8B35-3EE539EA4780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2B85A-2648-2AC9-C924-B2A026438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EADF4-3379-E09F-9C52-C2738FFD7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B3032-3969-49FE-8691-C5EDA7ED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025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F79B1B-6E38-1413-E5C7-D0329FC5D8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7AB294-3823-575F-F187-B62FA3D5E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FC73B-3CBA-054C-C3C1-3CF6F4B21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34B03-244C-49C4-8B35-3EE539EA4780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71826-64D3-9E63-A7F1-CBFEFDF61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5E98F-7316-2438-F9E1-3D995BECF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B3032-3969-49FE-8691-C5EDA7ED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9367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52A5F2-D3AE-4B48-0ED3-320F7D971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64442-B036-6C23-6EF8-3552D75EC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F37B2-DDF3-6B69-7167-4BC7D1ADB6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634B03-244C-49C4-8B35-3EE539EA4780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771DD-6EA9-D72F-334E-7DE3F1A61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229A0-675C-63CB-22B0-CE61D3ACC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B3032-3969-49FE-8691-C5EDA7ED6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1476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 3">
            <a:extLst>
              <a:ext uri="{FF2B5EF4-FFF2-40B4-BE49-F238E27FC236}">
                <a16:creationId xmlns:a16="http://schemas.microsoft.com/office/drawing/2014/main" id="{6DC949E2-87DA-CF23-690B-D997ECDA1145}"/>
              </a:ext>
            </a:extLst>
          </p:cNvPr>
          <p:cNvSpPr/>
          <p:nvPr/>
        </p:nvSpPr>
        <p:spPr>
          <a:xfrm>
            <a:off x="1837017" y="719386"/>
            <a:ext cx="1383038" cy="758079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tx1"/>
                </a:solidFill>
              </a:rPr>
              <a:t>VLAN1</a:t>
            </a:r>
            <a:br>
              <a:rPr lang="en-GB" sz="900" dirty="0">
                <a:solidFill>
                  <a:schemeClr val="tx1"/>
                </a:solidFill>
              </a:rPr>
            </a:br>
            <a:r>
              <a:rPr lang="en-GB" sz="900" dirty="0">
                <a:solidFill>
                  <a:schemeClr val="tx1"/>
                </a:solidFill>
              </a:rPr>
              <a:t>ISP</a:t>
            </a:r>
            <a:br>
              <a:rPr lang="en-GB" sz="900" dirty="0">
                <a:solidFill>
                  <a:schemeClr val="tx1"/>
                </a:solidFill>
              </a:rPr>
            </a:br>
            <a:r>
              <a:rPr lang="en-GB" sz="900" dirty="0">
                <a:solidFill>
                  <a:schemeClr val="tx1"/>
                </a:solidFill>
              </a:rPr>
              <a:t>10.43.1.0/24</a:t>
            </a:r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910789D2-FF3B-FBAB-8590-D7E192D239A2}"/>
              </a:ext>
            </a:extLst>
          </p:cNvPr>
          <p:cNvSpPr/>
          <p:nvPr/>
        </p:nvSpPr>
        <p:spPr>
          <a:xfrm>
            <a:off x="1837017" y="1739869"/>
            <a:ext cx="1383038" cy="758079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tx1"/>
                </a:solidFill>
              </a:rPr>
              <a:t>VLAN16</a:t>
            </a:r>
            <a:br>
              <a:rPr lang="en-GB" sz="900" dirty="0">
                <a:solidFill>
                  <a:schemeClr val="tx1"/>
                </a:solidFill>
              </a:rPr>
            </a:br>
            <a:r>
              <a:rPr lang="en-GB" sz="900" dirty="0">
                <a:solidFill>
                  <a:schemeClr val="tx1"/>
                </a:solidFill>
              </a:rPr>
              <a:t>Links</a:t>
            </a:r>
            <a:br>
              <a:rPr lang="en-GB" sz="900" dirty="0">
                <a:solidFill>
                  <a:schemeClr val="tx1"/>
                </a:solidFill>
              </a:rPr>
            </a:br>
            <a:r>
              <a:rPr lang="en-GB" sz="900" dirty="0">
                <a:solidFill>
                  <a:schemeClr val="tx1"/>
                </a:solidFill>
              </a:rPr>
              <a:t>10.43.16.0/24</a:t>
            </a:r>
          </a:p>
        </p:txBody>
      </p:sp>
      <p:sp>
        <p:nvSpPr>
          <p:cNvPr id="20" name="Cloud 19">
            <a:extLst>
              <a:ext uri="{FF2B5EF4-FFF2-40B4-BE49-F238E27FC236}">
                <a16:creationId xmlns:a16="http://schemas.microsoft.com/office/drawing/2014/main" id="{DF8F398D-B721-4F64-7638-3FB8567B9F02}"/>
              </a:ext>
            </a:extLst>
          </p:cNvPr>
          <p:cNvSpPr/>
          <p:nvPr/>
        </p:nvSpPr>
        <p:spPr>
          <a:xfrm>
            <a:off x="10247045" y="719385"/>
            <a:ext cx="1383038" cy="758079"/>
          </a:xfrm>
          <a:prstGeom prst="cloud">
            <a:avLst/>
          </a:prstGeom>
          <a:solidFill>
            <a:srgbClr val="FF99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VLAN5</a:t>
            </a:r>
            <a:br>
              <a:rPr lang="en-GB" sz="900" dirty="0"/>
            </a:br>
            <a:r>
              <a:rPr lang="en-GB" sz="900" dirty="0"/>
              <a:t>Technical Clients</a:t>
            </a:r>
            <a:br>
              <a:rPr lang="en-GB" sz="900" dirty="0"/>
            </a:br>
            <a:r>
              <a:rPr lang="en-GB" sz="900" dirty="0"/>
              <a:t>10.43.5.0/24</a:t>
            </a:r>
          </a:p>
        </p:txBody>
      </p:sp>
      <p:sp>
        <p:nvSpPr>
          <p:cNvPr id="21" name="Cloud 20">
            <a:extLst>
              <a:ext uri="{FF2B5EF4-FFF2-40B4-BE49-F238E27FC236}">
                <a16:creationId xmlns:a16="http://schemas.microsoft.com/office/drawing/2014/main" id="{6A03C51F-334A-AEE1-0B6E-9017469E41C3}"/>
              </a:ext>
            </a:extLst>
          </p:cNvPr>
          <p:cNvSpPr/>
          <p:nvPr/>
        </p:nvSpPr>
        <p:spPr>
          <a:xfrm>
            <a:off x="8144538" y="733292"/>
            <a:ext cx="1383038" cy="758079"/>
          </a:xfrm>
          <a:prstGeom prst="cloud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VLAN4</a:t>
            </a:r>
            <a:br>
              <a:rPr lang="en-GB" sz="900" dirty="0"/>
            </a:br>
            <a:r>
              <a:rPr lang="en-GB" sz="900" dirty="0"/>
              <a:t>Power Infrastructure</a:t>
            </a:r>
            <a:br>
              <a:rPr lang="en-GB" sz="900" dirty="0"/>
            </a:br>
            <a:r>
              <a:rPr lang="en-GB" sz="900" dirty="0"/>
              <a:t>10.43.4.0/24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7D07B210-A8E5-7005-C27B-5E0B3B741C58}"/>
              </a:ext>
            </a:extLst>
          </p:cNvPr>
          <p:cNvSpPr/>
          <p:nvPr/>
        </p:nvSpPr>
        <p:spPr>
          <a:xfrm>
            <a:off x="6042031" y="719387"/>
            <a:ext cx="1383038" cy="758079"/>
          </a:xfrm>
          <a:prstGeom prst="cloud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VLAN3</a:t>
            </a:r>
            <a:br>
              <a:rPr lang="en-GB" sz="900" dirty="0"/>
            </a:br>
            <a:r>
              <a:rPr lang="en-GB" sz="900" dirty="0"/>
              <a:t>Staff Radio</a:t>
            </a:r>
            <a:br>
              <a:rPr lang="en-GB" sz="900" dirty="0"/>
            </a:br>
            <a:r>
              <a:rPr lang="en-GB" sz="900" dirty="0"/>
              <a:t>10.43.3.0/24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0427A73C-E7D5-B6D2-EDF0-C1502668D0AA}"/>
              </a:ext>
            </a:extLst>
          </p:cNvPr>
          <p:cNvSpPr/>
          <p:nvPr/>
        </p:nvSpPr>
        <p:spPr>
          <a:xfrm>
            <a:off x="3939524" y="719386"/>
            <a:ext cx="1383038" cy="758079"/>
          </a:xfrm>
          <a:prstGeom prst="cloud">
            <a:avLst/>
          </a:prstGeom>
          <a:solidFill>
            <a:srgbClr val="5B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VLAN2</a:t>
            </a:r>
            <a:br>
              <a:rPr lang="en-GB" sz="900" dirty="0"/>
            </a:br>
            <a:r>
              <a:rPr lang="en-GB" sz="900" dirty="0"/>
              <a:t>Host</a:t>
            </a:r>
            <a:br>
              <a:rPr lang="en-GB" sz="900" dirty="0"/>
            </a:br>
            <a:r>
              <a:rPr lang="en-GB" sz="900" dirty="0"/>
              <a:t>10.43.2.0/24</a:t>
            </a:r>
          </a:p>
        </p:txBody>
      </p:sp>
      <p:sp>
        <p:nvSpPr>
          <p:cNvPr id="24" name="Cloud 23">
            <a:extLst>
              <a:ext uri="{FF2B5EF4-FFF2-40B4-BE49-F238E27FC236}">
                <a16:creationId xmlns:a16="http://schemas.microsoft.com/office/drawing/2014/main" id="{5F1113F1-1934-FBA3-29E4-023CC5A57479}"/>
              </a:ext>
            </a:extLst>
          </p:cNvPr>
          <p:cNvSpPr/>
          <p:nvPr/>
        </p:nvSpPr>
        <p:spPr>
          <a:xfrm>
            <a:off x="8144538" y="4801323"/>
            <a:ext cx="1383038" cy="758079"/>
          </a:xfrm>
          <a:prstGeom prst="cloud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tx1"/>
                </a:solidFill>
              </a:rPr>
              <a:t>VLAN10</a:t>
            </a:r>
            <a:br>
              <a:rPr lang="en-GB" sz="900" dirty="0">
                <a:solidFill>
                  <a:schemeClr val="tx1"/>
                </a:solidFill>
              </a:rPr>
            </a:br>
            <a:r>
              <a:rPr lang="en-GB" sz="900" dirty="0">
                <a:solidFill>
                  <a:schemeClr val="tx1"/>
                </a:solidFill>
              </a:rPr>
              <a:t>NetMan</a:t>
            </a:r>
            <a:br>
              <a:rPr lang="en-GB" sz="900" dirty="0">
                <a:solidFill>
                  <a:schemeClr val="tx1"/>
                </a:solidFill>
              </a:rPr>
            </a:br>
            <a:r>
              <a:rPr lang="en-GB" sz="900" dirty="0">
                <a:solidFill>
                  <a:schemeClr val="tx1"/>
                </a:solidFill>
              </a:rPr>
              <a:t>10.43.10.0/24</a:t>
            </a:r>
          </a:p>
        </p:txBody>
      </p:sp>
      <p:sp>
        <p:nvSpPr>
          <p:cNvPr id="25" name="Cloud 24">
            <a:extLst>
              <a:ext uri="{FF2B5EF4-FFF2-40B4-BE49-F238E27FC236}">
                <a16:creationId xmlns:a16="http://schemas.microsoft.com/office/drawing/2014/main" id="{38CFF4A4-3920-5512-ABE2-51E6E1FADB2E}"/>
              </a:ext>
            </a:extLst>
          </p:cNvPr>
          <p:cNvSpPr/>
          <p:nvPr/>
        </p:nvSpPr>
        <p:spPr>
          <a:xfrm>
            <a:off x="1837017" y="2760352"/>
            <a:ext cx="1383038" cy="758079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tx1"/>
                </a:solidFill>
              </a:rPr>
              <a:t>VLAN15</a:t>
            </a:r>
            <a:br>
              <a:rPr lang="en-GB" sz="900" dirty="0">
                <a:solidFill>
                  <a:schemeClr val="tx1"/>
                </a:solidFill>
              </a:rPr>
            </a:br>
            <a:r>
              <a:rPr lang="en-GB" sz="900" dirty="0">
                <a:solidFill>
                  <a:schemeClr val="tx1"/>
                </a:solidFill>
              </a:rPr>
              <a:t>Routers</a:t>
            </a:r>
            <a:br>
              <a:rPr lang="en-GB" sz="900" dirty="0">
                <a:solidFill>
                  <a:schemeClr val="tx1"/>
                </a:solidFill>
              </a:rPr>
            </a:br>
            <a:r>
              <a:rPr lang="en-GB" sz="900" dirty="0">
                <a:solidFill>
                  <a:schemeClr val="tx1"/>
                </a:solidFill>
              </a:rPr>
              <a:t>10.43.15.0/24</a:t>
            </a:r>
          </a:p>
        </p:txBody>
      </p:sp>
      <p:sp>
        <p:nvSpPr>
          <p:cNvPr id="26" name="Cloud 25">
            <a:extLst>
              <a:ext uri="{FF2B5EF4-FFF2-40B4-BE49-F238E27FC236}">
                <a16:creationId xmlns:a16="http://schemas.microsoft.com/office/drawing/2014/main" id="{AB702220-8F3B-1829-CF16-5104232EAA9E}"/>
              </a:ext>
            </a:extLst>
          </p:cNvPr>
          <p:cNvSpPr/>
          <p:nvPr/>
        </p:nvSpPr>
        <p:spPr>
          <a:xfrm>
            <a:off x="3939524" y="4839694"/>
            <a:ext cx="1383038" cy="758079"/>
          </a:xfrm>
          <a:prstGeom prst="cloud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VLAN12</a:t>
            </a:r>
            <a:br>
              <a:rPr lang="en-GB" sz="900" dirty="0"/>
            </a:br>
            <a:r>
              <a:rPr lang="en-GB" sz="900" dirty="0"/>
              <a:t>Server OOBM</a:t>
            </a:r>
            <a:br>
              <a:rPr lang="en-GB" sz="900" dirty="0"/>
            </a:br>
            <a:r>
              <a:rPr lang="en-GB" sz="900" dirty="0"/>
              <a:t>10.43.12.0/24</a:t>
            </a:r>
          </a:p>
        </p:txBody>
      </p:sp>
      <p:sp>
        <p:nvSpPr>
          <p:cNvPr id="27" name="Cloud 26">
            <a:extLst>
              <a:ext uri="{FF2B5EF4-FFF2-40B4-BE49-F238E27FC236}">
                <a16:creationId xmlns:a16="http://schemas.microsoft.com/office/drawing/2014/main" id="{F357F69F-1AEA-F63D-CDB7-F34AADCFA52C}"/>
              </a:ext>
            </a:extLst>
          </p:cNvPr>
          <p:cNvSpPr/>
          <p:nvPr/>
        </p:nvSpPr>
        <p:spPr>
          <a:xfrm>
            <a:off x="1837017" y="4839694"/>
            <a:ext cx="1383038" cy="758079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tx1"/>
                </a:solidFill>
              </a:rPr>
              <a:t>VLAN13</a:t>
            </a:r>
            <a:br>
              <a:rPr lang="en-GB" sz="900" dirty="0">
                <a:solidFill>
                  <a:schemeClr val="tx1"/>
                </a:solidFill>
              </a:rPr>
            </a:br>
            <a:r>
              <a:rPr lang="en-GB" sz="900" dirty="0">
                <a:solidFill>
                  <a:schemeClr val="tx1"/>
                </a:solidFill>
              </a:rPr>
              <a:t>Reserved</a:t>
            </a:r>
            <a:br>
              <a:rPr lang="en-GB" sz="900" dirty="0">
                <a:solidFill>
                  <a:schemeClr val="tx1"/>
                </a:solidFill>
              </a:rPr>
            </a:br>
            <a:r>
              <a:rPr lang="en-GB" sz="900" dirty="0">
                <a:solidFill>
                  <a:schemeClr val="tx1"/>
                </a:solidFill>
              </a:rPr>
              <a:t>10.43.13.0/24</a:t>
            </a:r>
          </a:p>
        </p:txBody>
      </p:sp>
      <p:sp>
        <p:nvSpPr>
          <p:cNvPr id="28" name="Cloud 27">
            <a:extLst>
              <a:ext uri="{FF2B5EF4-FFF2-40B4-BE49-F238E27FC236}">
                <a16:creationId xmlns:a16="http://schemas.microsoft.com/office/drawing/2014/main" id="{6990A57A-7AAE-2FE2-F490-A30FB1952D0F}"/>
              </a:ext>
            </a:extLst>
          </p:cNvPr>
          <p:cNvSpPr/>
          <p:nvPr/>
        </p:nvSpPr>
        <p:spPr>
          <a:xfrm>
            <a:off x="10247045" y="3780839"/>
            <a:ext cx="1383038" cy="758079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tx1"/>
                </a:solidFill>
              </a:rPr>
              <a:t>VLAN8</a:t>
            </a:r>
            <a:br>
              <a:rPr lang="en-GB" sz="900" dirty="0">
                <a:solidFill>
                  <a:schemeClr val="tx1"/>
                </a:solidFill>
              </a:rPr>
            </a:br>
            <a:r>
              <a:rPr lang="en-GB" sz="900" dirty="0">
                <a:solidFill>
                  <a:schemeClr val="tx1"/>
                </a:solidFill>
              </a:rPr>
              <a:t>HVAC Infrastructure</a:t>
            </a:r>
            <a:br>
              <a:rPr lang="en-GB" sz="900" dirty="0">
                <a:solidFill>
                  <a:schemeClr val="tx1"/>
                </a:solidFill>
              </a:rPr>
            </a:br>
            <a:r>
              <a:rPr lang="en-GB" sz="900" dirty="0">
                <a:solidFill>
                  <a:schemeClr val="tx1"/>
                </a:solidFill>
              </a:rPr>
              <a:t>10.43.8.0/24</a:t>
            </a:r>
          </a:p>
        </p:txBody>
      </p:sp>
      <p:sp>
        <p:nvSpPr>
          <p:cNvPr id="29" name="Cloud 28">
            <a:extLst>
              <a:ext uri="{FF2B5EF4-FFF2-40B4-BE49-F238E27FC236}">
                <a16:creationId xmlns:a16="http://schemas.microsoft.com/office/drawing/2014/main" id="{B927EBE5-D84F-7FF5-1203-AF1EF2D8B434}"/>
              </a:ext>
            </a:extLst>
          </p:cNvPr>
          <p:cNvSpPr/>
          <p:nvPr/>
        </p:nvSpPr>
        <p:spPr>
          <a:xfrm>
            <a:off x="1837017" y="3780839"/>
            <a:ext cx="1383038" cy="758079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tx1"/>
                </a:solidFill>
              </a:rPr>
              <a:t>VLAN14</a:t>
            </a:r>
            <a:br>
              <a:rPr lang="en-GB" sz="900" dirty="0">
                <a:solidFill>
                  <a:schemeClr val="tx1"/>
                </a:solidFill>
              </a:rPr>
            </a:br>
            <a:r>
              <a:rPr lang="en-GB" sz="900" dirty="0">
                <a:solidFill>
                  <a:schemeClr val="tx1"/>
                </a:solidFill>
              </a:rPr>
              <a:t>Reserved</a:t>
            </a:r>
            <a:br>
              <a:rPr lang="en-GB" sz="900" dirty="0">
                <a:solidFill>
                  <a:schemeClr val="tx1"/>
                </a:solidFill>
              </a:rPr>
            </a:br>
            <a:r>
              <a:rPr lang="en-GB" sz="900" dirty="0">
                <a:solidFill>
                  <a:schemeClr val="tx1"/>
                </a:solidFill>
              </a:rPr>
              <a:t>10.43.14.0/24</a:t>
            </a:r>
          </a:p>
        </p:txBody>
      </p:sp>
      <p:sp>
        <p:nvSpPr>
          <p:cNvPr id="30" name="Cloud 29">
            <a:extLst>
              <a:ext uri="{FF2B5EF4-FFF2-40B4-BE49-F238E27FC236}">
                <a16:creationId xmlns:a16="http://schemas.microsoft.com/office/drawing/2014/main" id="{3A52323F-D23D-2534-2EAD-38D3009F6DA4}"/>
              </a:ext>
            </a:extLst>
          </p:cNvPr>
          <p:cNvSpPr/>
          <p:nvPr/>
        </p:nvSpPr>
        <p:spPr>
          <a:xfrm>
            <a:off x="10247045" y="1739869"/>
            <a:ext cx="1383038" cy="758079"/>
          </a:xfrm>
          <a:prstGeom prst="cloud">
            <a:avLst/>
          </a:prstGeom>
          <a:solidFill>
            <a:srgbClr val="9966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VLAN6</a:t>
            </a:r>
            <a:br>
              <a:rPr lang="en-GB" sz="900" dirty="0"/>
            </a:br>
            <a:r>
              <a:rPr lang="en-GB" sz="900" dirty="0"/>
              <a:t>Infrastructure Servers</a:t>
            </a:r>
            <a:br>
              <a:rPr lang="en-GB" sz="900" dirty="0"/>
            </a:br>
            <a:r>
              <a:rPr lang="en-GB" sz="900" dirty="0"/>
              <a:t>10.43.6.0/24</a:t>
            </a:r>
          </a:p>
        </p:txBody>
      </p:sp>
      <p:sp>
        <p:nvSpPr>
          <p:cNvPr id="31" name="Cloud 30">
            <a:extLst>
              <a:ext uri="{FF2B5EF4-FFF2-40B4-BE49-F238E27FC236}">
                <a16:creationId xmlns:a16="http://schemas.microsoft.com/office/drawing/2014/main" id="{4F4A4B48-C687-843E-87D8-C0FDB1DBC54C}"/>
              </a:ext>
            </a:extLst>
          </p:cNvPr>
          <p:cNvSpPr/>
          <p:nvPr/>
        </p:nvSpPr>
        <p:spPr>
          <a:xfrm>
            <a:off x="10247045" y="4801324"/>
            <a:ext cx="1383038" cy="758079"/>
          </a:xfrm>
          <a:prstGeom prst="cloud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VLAN9</a:t>
            </a:r>
            <a:br>
              <a:rPr lang="en-GB" sz="900" dirty="0"/>
            </a:br>
            <a:r>
              <a:rPr lang="en-GB" sz="900" dirty="0"/>
              <a:t>Storage</a:t>
            </a:r>
            <a:br>
              <a:rPr lang="en-GB" sz="900" dirty="0"/>
            </a:br>
            <a:r>
              <a:rPr lang="en-GB" sz="900" dirty="0"/>
              <a:t>10.43.9.0/24</a:t>
            </a:r>
          </a:p>
        </p:txBody>
      </p:sp>
      <p:sp>
        <p:nvSpPr>
          <p:cNvPr id="32" name="Cloud 31">
            <a:extLst>
              <a:ext uri="{FF2B5EF4-FFF2-40B4-BE49-F238E27FC236}">
                <a16:creationId xmlns:a16="http://schemas.microsoft.com/office/drawing/2014/main" id="{41E92782-E7A0-2DBA-89B8-C86F073E5112}"/>
              </a:ext>
            </a:extLst>
          </p:cNvPr>
          <p:cNvSpPr/>
          <p:nvPr/>
        </p:nvSpPr>
        <p:spPr>
          <a:xfrm>
            <a:off x="6042031" y="4801323"/>
            <a:ext cx="1383038" cy="758079"/>
          </a:xfrm>
          <a:prstGeom prst="cloud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VLAN11</a:t>
            </a:r>
            <a:br>
              <a:rPr lang="en-GB" sz="900" dirty="0"/>
            </a:br>
            <a:r>
              <a:rPr lang="en-GB" sz="900" dirty="0"/>
              <a:t>Security Cameras</a:t>
            </a:r>
            <a:br>
              <a:rPr lang="en-GB" sz="900" dirty="0"/>
            </a:br>
            <a:r>
              <a:rPr lang="en-GB" sz="900" dirty="0"/>
              <a:t>10.43.11.0/24</a:t>
            </a:r>
          </a:p>
        </p:txBody>
      </p:sp>
      <p:sp>
        <p:nvSpPr>
          <p:cNvPr id="33" name="Cloud 32">
            <a:extLst>
              <a:ext uri="{FF2B5EF4-FFF2-40B4-BE49-F238E27FC236}">
                <a16:creationId xmlns:a16="http://schemas.microsoft.com/office/drawing/2014/main" id="{B7D10B8B-4A12-8500-A0D1-C64F9B994E74}"/>
              </a:ext>
            </a:extLst>
          </p:cNvPr>
          <p:cNvSpPr/>
          <p:nvPr/>
        </p:nvSpPr>
        <p:spPr>
          <a:xfrm>
            <a:off x="10247045" y="2760354"/>
            <a:ext cx="1383038" cy="758079"/>
          </a:xfrm>
          <a:prstGeom prst="cloud">
            <a:avLst/>
          </a:prstGeom>
          <a:solidFill>
            <a:srgbClr val="A6A6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VLAN7</a:t>
            </a:r>
            <a:br>
              <a:rPr lang="en-GB" sz="900" dirty="0"/>
            </a:br>
            <a:r>
              <a:rPr lang="en-GB" sz="900" dirty="0"/>
              <a:t>Telephony</a:t>
            </a:r>
            <a:br>
              <a:rPr lang="en-GB" sz="900" dirty="0"/>
            </a:br>
            <a:r>
              <a:rPr lang="en-GB" sz="900" dirty="0"/>
              <a:t>10.43.7.0/24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5FC446C-459E-FDB7-1BF1-8E1E52D05C27}"/>
              </a:ext>
            </a:extLst>
          </p:cNvPr>
          <p:cNvSpPr/>
          <p:nvPr/>
        </p:nvSpPr>
        <p:spPr>
          <a:xfrm>
            <a:off x="6113294" y="2632166"/>
            <a:ext cx="1240512" cy="11486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9BB830C-880F-A972-1E28-7FBE23DFCAEF}"/>
              </a:ext>
            </a:extLst>
          </p:cNvPr>
          <p:cNvSpPr/>
          <p:nvPr/>
        </p:nvSpPr>
        <p:spPr>
          <a:xfrm rot="-2700000">
            <a:off x="6280901" y="2987698"/>
            <a:ext cx="960120" cy="43760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6634642-4B15-70E5-BEFF-6A472963AF6A}"/>
              </a:ext>
            </a:extLst>
          </p:cNvPr>
          <p:cNvSpPr/>
          <p:nvPr/>
        </p:nvSpPr>
        <p:spPr>
          <a:xfrm rot="13500000">
            <a:off x="6253490" y="2987697"/>
            <a:ext cx="960120" cy="43760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7B5F9-5016-7F01-FD50-950F960D0BAA}"/>
              </a:ext>
            </a:extLst>
          </p:cNvPr>
          <p:cNvCxnSpPr>
            <a:stCxn id="22" idx="1"/>
            <a:endCxn id="3" idx="0"/>
          </p:cNvCxnSpPr>
          <p:nvPr/>
        </p:nvCxnSpPr>
        <p:spPr>
          <a:xfrm>
            <a:off x="6733550" y="1476659"/>
            <a:ext cx="0" cy="11555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D158BA-4776-1D91-1260-E55F3FF55791}"/>
              </a:ext>
            </a:extLst>
          </p:cNvPr>
          <p:cNvCxnSpPr>
            <a:cxnSpLocks/>
            <a:stCxn id="3" idx="6"/>
            <a:endCxn id="33" idx="2"/>
          </p:cNvCxnSpPr>
          <p:nvPr/>
        </p:nvCxnSpPr>
        <p:spPr>
          <a:xfrm flipV="1">
            <a:off x="7353806" y="3139394"/>
            <a:ext cx="2897529" cy="671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C457693-0C5A-0DCA-25E8-2470EC4C12E8}"/>
              </a:ext>
            </a:extLst>
          </p:cNvPr>
          <p:cNvCxnSpPr>
            <a:stCxn id="3" idx="2"/>
            <a:endCxn id="25" idx="0"/>
          </p:cNvCxnSpPr>
          <p:nvPr/>
        </p:nvCxnSpPr>
        <p:spPr>
          <a:xfrm flipH="1" flipV="1">
            <a:off x="3218902" y="3139392"/>
            <a:ext cx="2894392" cy="671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D5505FB-7B82-80AF-ECBF-3E8E8A472A49}"/>
              </a:ext>
            </a:extLst>
          </p:cNvPr>
          <p:cNvCxnSpPr>
            <a:stCxn id="3" idx="4"/>
            <a:endCxn id="32" idx="3"/>
          </p:cNvCxnSpPr>
          <p:nvPr/>
        </p:nvCxnSpPr>
        <p:spPr>
          <a:xfrm>
            <a:off x="6733550" y="3780839"/>
            <a:ext cx="0" cy="1063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CEE887-CE61-1A6A-DB62-47224B4B4298}"/>
              </a:ext>
            </a:extLst>
          </p:cNvPr>
          <p:cNvCxnSpPr>
            <a:stCxn id="3" idx="5"/>
            <a:endCxn id="31" idx="2"/>
          </p:cNvCxnSpPr>
          <p:nvPr/>
        </p:nvCxnSpPr>
        <p:spPr>
          <a:xfrm>
            <a:off x="7172137" y="3612620"/>
            <a:ext cx="3079198" cy="15677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48D36F8-4868-36BA-4DC2-9358CEFD2EDA}"/>
              </a:ext>
            </a:extLst>
          </p:cNvPr>
          <p:cNvCxnSpPr>
            <a:cxnSpLocks/>
            <a:stCxn id="3" idx="7"/>
          </p:cNvCxnSpPr>
          <p:nvPr/>
        </p:nvCxnSpPr>
        <p:spPr>
          <a:xfrm flipV="1">
            <a:off x="7172137" y="1298597"/>
            <a:ext cx="3146171" cy="1501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7F2669E-43AC-75F3-F531-A658D2CD8A8C}"/>
              </a:ext>
            </a:extLst>
          </p:cNvPr>
          <p:cNvCxnSpPr>
            <a:stCxn id="3" idx="1"/>
          </p:cNvCxnSpPr>
          <p:nvPr/>
        </p:nvCxnSpPr>
        <p:spPr>
          <a:xfrm flipH="1" flipV="1">
            <a:off x="3095897" y="1227909"/>
            <a:ext cx="3199066" cy="15724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36AEA70-734D-8178-1ABC-2351B235ACE5}"/>
              </a:ext>
            </a:extLst>
          </p:cNvPr>
          <p:cNvCxnSpPr>
            <a:stCxn id="3" idx="3"/>
          </p:cNvCxnSpPr>
          <p:nvPr/>
        </p:nvCxnSpPr>
        <p:spPr>
          <a:xfrm flipH="1">
            <a:off x="3161211" y="3612620"/>
            <a:ext cx="3133752" cy="13904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3E6FDEB-A065-CF73-34F2-985894E03092}"/>
              </a:ext>
            </a:extLst>
          </p:cNvPr>
          <p:cNvCxnSpPr>
            <a:endCxn id="19" idx="0"/>
          </p:cNvCxnSpPr>
          <p:nvPr/>
        </p:nvCxnSpPr>
        <p:spPr>
          <a:xfrm flipH="1" flipV="1">
            <a:off x="3218902" y="2118909"/>
            <a:ext cx="2946767" cy="846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98F1B5C-9C5D-8A56-3643-8FDE4CACFD93}"/>
              </a:ext>
            </a:extLst>
          </p:cNvPr>
          <p:cNvCxnSpPr>
            <a:endCxn id="29" idx="0"/>
          </p:cNvCxnSpPr>
          <p:nvPr/>
        </p:nvCxnSpPr>
        <p:spPr>
          <a:xfrm flipH="1">
            <a:off x="3218902" y="3429000"/>
            <a:ext cx="2946767" cy="7308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394A15F-AC5A-D441-56C5-9456EB918692}"/>
              </a:ext>
            </a:extLst>
          </p:cNvPr>
          <p:cNvCxnSpPr/>
          <p:nvPr/>
        </p:nvCxnSpPr>
        <p:spPr>
          <a:xfrm flipH="1">
            <a:off x="5133703" y="3700671"/>
            <a:ext cx="1391194" cy="11848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0E9956A-2637-4350-C2CA-C06BE4CB9B54}"/>
              </a:ext>
            </a:extLst>
          </p:cNvPr>
          <p:cNvCxnSpPr>
            <a:cxnSpLocks/>
          </p:cNvCxnSpPr>
          <p:nvPr/>
        </p:nvCxnSpPr>
        <p:spPr>
          <a:xfrm>
            <a:off x="6955971" y="3700671"/>
            <a:ext cx="1346272" cy="12348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08AC2D7-208A-C2FA-699B-15B4EF599D14}"/>
              </a:ext>
            </a:extLst>
          </p:cNvPr>
          <p:cNvCxnSpPr>
            <a:cxnSpLocks/>
            <a:endCxn id="28" idx="2"/>
          </p:cNvCxnSpPr>
          <p:nvPr/>
        </p:nvCxnSpPr>
        <p:spPr>
          <a:xfrm>
            <a:off x="7282543" y="3401800"/>
            <a:ext cx="2968792" cy="7580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65B56C9-D423-7B42-58AC-81A5038E2E51}"/>
              </a:ext>
            </a:extLst>
          </p:cNvPr>
          <p:cNvCxnSpPr>
            <a:cxnSpLocks/>
          </p:cNvCxnSpPr>
          <p:nvPr/>
        </p:nvCxnSpPr>
        <p:spPr>
          <a:xfrm flipV="1">
            <a:off x="6955971" y="1370816"/>
            <a:ext cx="1377426" cy="13491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A487DC5-53FD-1012-B2C2-095E968624EC}"/>
              </a:ext>
            </a:extLst>
          </p:cNvPr>
          <p:cNvCxnSpPr>
            <a:endCxn id="30" idx="2"/>
          </p:cNvCxnSpPr>
          <p:nvPr/>
        </p:nvCxnSpPr>
        <p:spPr>
          <a:xfrm flipV="1">
            <a:off x="7282543" y="2118909"/>
            <a:ext cx="2968792" cy="846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89A095F-0DA2-B094-543B-21C4AB9C04D1}"/>
              </a:ext>
            </a:extLst>
          </p:cNvPr>
          <p:cNvCxnSpPr/>
          <p:nvPr/>
        </p:nvCxnSpPr>
        <p:spPr>
          <a:xfrm flipH="1" flipV="1">
            <a:off x="5133703" y="1298597"/>
            <a:ext cx="1391194" cy="14137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85276F46-66B6-E99C-AE8B-357F7F41E3E6}"/>
              </a:ext>
            </a:extLst>
          </p:cNvPr>
          <p:cNvSpPr txBox="1"/>
          <p:nvPr/>
        </p:nvSpPr>
        <p:spPr>
          <a:xfrm rot="1567610">
            <a:off x="3221040" y="1438431"/>
            <a:ext cx="1534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10.43.1.1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2FE7DAE-9BA3-639E-EB00-57E7EDAC5469}"/>
              </a:ext>
            </a:extLst>
          </p:cNvPr>
          <p:cNvSpPr txBox="1"/>
          <p:nvPr/>
        </p:nvSpPr>
        <p:spPr>
          <a:xfrm rot="2721597">
            <a:off x="5034690" y="1747536"/>
            <a:ext cx="1534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10.43.2.1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12846FA-E446-FA9D-9956-C210F170D433}"/>
              </a:ext>
            </a:extLst>
          </p:cNvPr>
          <p:cNvSpPr txBox="1"/>
          <p:nvPr/>
        </p:nvSpPr>
        <p:spPr>
          <a:xfrm rot="5400000">
            <a:off x="6045831" y="2166290"/>
            <a:ext cx="1534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10.43.3.1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E32DA0A-8084-E328-918D-C0F9428002C8}"/>
              </a:ext>
            </a:extLst>
          </p:cNvPr>
          <p:cNvSpPr txBox="1"/>
          <p:nvPr/>
        </p:nvSpPr>
        <p:spPr>
          <a:xfrm rot="5400000">
            <a:off x="6041482" y="4605739"/>
            <a:ext cx="1534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10.43.11.1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A5D75D5-C6B2-78CB-42CC-415EB4EF2B51}"/>
              </a:ext>
            </a:extLst>
          </p:cNvPr>
          <p:cNvSpPr txBox="1"/>
          <p:nvPr/>
        </p:nvSpPr>
        <p:spPr>
          <a:xfrm>
            <a:off x="3215765" y="2965986"/>
            <a:ext cx="1534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10.43.15.1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AF65F06-DE29-7226-77C7-3341B4FBC86F}"/>
              </a:ext>
            </a:extLst>
          </p:cNvPr>
          <p:cNvSpPr txBox="1"/>
          <p:nvPr/>
        </p:nvSpPr>
        <p:spPr>
          <a:xfrm rot="-120000">
            <a:off x="9406083" y="2948593"/>
            <a:ext cx="1534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10.43.7.1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E87FEAE-213B-A422-95B4-AD8A78798E20}"/>
              </a:ext>
            </a:extLst>
          </p:cNvPr>
          <p:cNvSpPr txBox="1"/>
          <p:nvPr/>
        </p:nvSpPr>
        <p:spPr>
          <a:xfrm rot="939467">
            <a:off x="3160618" y="2118445"/>
            <a:ext cx="1534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10.43.16.1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8E874AB-A51B-B4C4-C193-F45F249B62EA}"/>
              </a:ext>
            </a:extLst>
          </p:cNvPr>
          <p:cNvSpPr txBox="1"/>
          <p:nvPr/>
        </p:nvSpPr>
        <p:spPr>
          <a:xfrm rot="1740000">
            <a:off x="9487595" y="5004000"/>
            <a:ext cx="1534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10.43.9.1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38CAE3D-5EB5-0F55-6CDD-420BB5736A80}"/>
              </a:ext>
            </a:extLst>
          </p:cNvPr>
          <p:cNvSpPr txBox="1"/>
          <p:nvPr/>
        </p:nvSpPr>
        <p:spPr>
          <a:xfrm rot="-780000">
            <a:off x="3228458" y="3780000"/>
            <a:ext cx="1534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10.43.14.1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BC94F04-D19F-DCA5-CA02-C8047ED5E8CA}"/>
              </a:ext>
            </a:extLst>
          </p:cNvPr>
          <p:cNvSpPr txBox="1"/>
          <p:nvPr/>
        </p:nvSpPr>
        <p:spPr>
          <a:xfrm rot="-1380000">
            <a:off x="3096000" y="4500000"/>
            <a:ext cx="1534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10.43.13.1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5F4915-841A-FD3B-16BD-6D515C8DECFD}"/>
              </a:ext>
            </a:extLst>
          </p:cNvPr>
          <p:cNvSpPr txBox="1"/>
          <p:nvPr/>
        </p:nvSpPr>
        <p:spPr>
          <a:xfrm rot="-1500000">
            <a:off x="9527576" y="1116000"/>
            <a:ext cx="1534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10.43.5.1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DF9F2B5-39BF-0DC1-A477-68C55A5CE8AF}"/>
              </a:ext>
            </a:extLst>
          </p:cNvPr>
          <p:cNvSpPr txBox="1"/>
          <p:nvPr/>
        </p:nvSpPr>
        <p:spPr>
          <a:xfrm rot="-2340000">
            <a:off x="4896000" y="4248000"/>
            <a:ext cx="1534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10.43.12.1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56A5C4D-D38C-FD1B-1B7B-734FEFE87BE7}"/>
              </a:ext>
            </a:extLst>
          </p:cNvPr>
          <p:cNvSpPr txBox="1"/>
          <p:nvPr/>
        </p:nvSpPr>
        <p:spPr>
          <a:xfrm rot="-2640000">
            <a:off x="7524000" y="1224000"/>
            <a:ext cx="1534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10.43.4.1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BACEDD4-C687-A429-E4C8-22F944AB8D20}"/>
              </a:ext>
            </a:extLst>
          </p:cNvPr>
          <p:cNvSpPr txBox="1"/>
          <p:nvPr/>
        </p:nvSpPr>
        <p:spPr>
          <a:xfrm rot="20640000">
            <a:off x="9504462" y="1944000"/>
            <a:ext cx="1534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10.43.6.1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BF6AB10-2FA5-7DBD-048E-B87B4E31B39D}"/>
              </a:ext>
            </a:extLst>
          </p:cNvPr>
          <p:cNvSpPr txBox="1"/>
          <p:nvPr/>
        </p:nvSpPr>
        <p:spPr>
          <a:xfrm rot="840000">
            <a:off x="9587669" y="3996000"/>
            <a:ext cx="1534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10.43.8.1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8268159-C4B2-766A-36C9-CFD3CCE9AD20}"/>
              </a:ext>
            </a:extLst>
          </p:cNvPr>
          <p:cNvSpPr txBox="1"/>
          <p:nvPr/>
        </p:nvSpPr>
        <p:spPr>
          <a:xfrm rot="24120000">
            <a:off x="7668000" y="4860000"/>
            <a:ext cx="1534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10.43.10.1</a:t>
            </a:r>
          </a:p>
        </p:txBody>
      </p:sp>
    </p:spTree>
    <p:extLst>
      <p:ext uri="{BB962C8B-B14F-4D97-AF65-F5344CB8AC3E}">
        <p14:creationId xmlns:p14="http://schemas.microsoft.com/office/powerpoint/2010/main" val="2337807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quentin ricart</dc:creator>
  <cp:lastModifiedBy>quentin ricart</cp:lastModifiedBy>
  <cp:revision>4</cp:revision>
  <dcterms:created xsi:type="dcterms:W3CDTF">2026-02-06T19:09:54Z</dcterms:created>
  <dcterms:modified xsi:type="dcterms:W3CDTF">2026-02-07T19:28:46Z</dcterms:modified>
</cp:coreProperties>
</file>